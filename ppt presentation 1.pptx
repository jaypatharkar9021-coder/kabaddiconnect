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15A6-29F6-7F88-72D6-EFE1C3875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BB6DA-76F0-B035-B52A-3DD98320E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3A022-AD85-6839-4F7A-283A4F02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BA3DD-4D2C-AE6E-ECB0-16F3E8F0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B7D2E-C579-0E98-8688-5B57BC79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1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8EC6-27C4-B35E-33B1-D098D661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3EFA8-63D2-F461-79C5-5DDFDDA1F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DC0B1-61CB-986E-1502-D00FE2D8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E3ADD-1366-8FE3-66A2-41896C0D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51C52-2FC7-2AB2-8EA0-A19CF7B5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73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AD5F-C87D-9212-E59D-9B592714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1AE29-3773-85F9-0FBA-E51B83FC8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F187A-9B4C-4E97-9827-6785FA8FD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61241-A7DD-BD30-DE58-B77E37C2E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CED8F-9506-7503-1C40-203B4CEF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20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C6A0-B693-288B-1855-BCF182F23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CA254-5BD2-C79D-217A-E0344FBA1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E00D0-A9E8-2ED4-EB5D-3E573035C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6487A-B64E-C6BB-3B97-82EFD30F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23617-101E-87B9-4B60-0604680B5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1D49A-6C1F-4B2B-7885-203A063FC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05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18AA2-A89E-26F5-C2BD-F5BE1123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F56F4-56FB-0105-D0EF-DB669EDA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BB7FA-4FFD-4BBF-42DB-AF775B26E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863F2-8507-6ACA-EDFF-F99FEA5C5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575FA-9604-1323-E148-7CEF0AA26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659DA6-AFA7-9E20-52AC-41297D72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07C44-6B63-A786-B815-43E7968CB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A8E776-5271-2EF1-5D98-DDEDDB82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72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F7A4-6195-0D50-3C27-9863E3AA7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3683A-1B4F-B217-5ABD-E788DEFE2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1ED48-81B7-E56A-6050-728D63DA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FF34A-EFBB-3E8F-E821-B5E9F9DE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0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71911D-03E3-E1B9-2815-4293CB47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F78AA-74B3-3D64-733F-4690F1711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025AD-50FF-224D-7267-BFAC643E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43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7368-3D7E-A0E3-550C-FDF2853F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3AF1C-771A-5F09-87F2-3336806C0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DF04F-19C1-F751-2B51-D15D89663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E1E76-2110-AC9A-91A1-9CD767FA2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F5E04-20C3-3012-3E89-81D9B4C3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900E2-B5A2-CE01-61A2-6CA288F1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84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0131-3C1F-78A7-AAEE-AD96B4B5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995FC1-AEB2-8104-D909-849A5DD82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503EE-9B1D-7F4D-6E4C-2C14D8BCA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FDA4C-ABBD-FEAC-F65A-73BF58A88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266EE-778A-1FFE-FCA5-8813A1778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73C31-FA01-114C-462B-9DD188CD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56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9034-D351-1EA1-70B4-76DB2325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1FB3F-3208-CC22-7802-5FBB57040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2DA3-2BD7-10E8-3FA6-AA24A79F9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7A07-0449-B5AA-40B9-BAD8A3AC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05BDB-D0C3-C4D4-E66C-4732F2A5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1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B9CEC1-3DC4-3B00-0A47-D623AE453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3A3B1-31EE-2005-BD18-BAC171C76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F3543-C4BC-FB01-F712-7CC847F4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BB56C-BBA6-B0FD-CA1C-8FFA73E7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5DA73-17ED-EFA6-BD5C-4132A0257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71C037-6E8C-5309-9BC7-87BAD756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5503E-E27B-D4DB-0FA8-7DE71FA8E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6D732-3673-18FA-3958-CFB1ED71B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B0569B-F1D6-4B21-9122-A1B5E49BC659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4C654-BEF4-4D8E-941B-1F1896BE7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21B7E-F280-5F87-7A77-75A3208D8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8BC33-0ABD-4290-903C-AE0F7815F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67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BBA61E-6B1D-7E3A-9C00-5DACF6674B50}"/>
              </a:ext>
            </a:extLst>
          </p:cNvPr>
          <p:cNvSpPr txBox="1"/>
          <p:nvPr/>
        </p:nvSpPr>
        <p:spPr>
          <a:xfrm>
            <a:off x="1793049" y="1894574"/>
            <a:ext cx="93167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>
                <a:solidFill>
                  <a:schemeClr val="accent1"/>
                </a:solidFill>
                <a:latin typeface="Arial Black" panose="020B0A04020102020204" pitchFamily="34" charset="0"/>
              </a:rPr>
              <a:t>SPORT(kabaddi)</a:t>
            </a:r>
            <a:endParaRPr lang="en-IN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6A012-8E4C-E8B4-26CD-3154ED1EE6A7}"/>
              </a:ext>
            </a:extLst>
          </p:cNvPr>
          <p:cNvSpPr txBox="1"/>
          <p:nvPr/>
        </p:nvSpPr>
        <p:spPr>
          <a:xfrm>
            <a:off x="7796463" y="3313500"/>
            <a:ext cx="2408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Vishal </a:t>
            </a:r>
            <a:r>
              <a:rPr lang="en-IN" sz="2400" err="1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magar</a:t>
            </a:r>
            <a:endParaRPr lang="en-IN" sz="240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ACE7C8-D21A-9D6A-9AE1-1E7B703427D6}"/>
              </a:ext>
            </a:extLst>
          </p:cNvPr>
          <p:cNvSpPr txBox="1"/>
          <p:nvPr/>
        </p:nvSpPr>
        <p:spPr>
          <a:xfrm>
            <a:off x="8152598" y="3667230"/>
            <a:ext cx="2499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latin typeface="Algerian" panose="04020705040A02060702" pitchFamily="82" charset="0"/>
              </a:rPr>
              <a:t>Deepak </a:t>
            </a:r>
            <a:r>
              <a:rPr lang="en-IN" sz="2400" err="1">
                <a:latin typeface="Algerian" panose="04020705040A02060702" pitchFamily="82" charset="0"/>
              </a:rPr>
              <a:t>pitale</a:t>
            </a:r>
            <a:endParaRPr lang="en-IN" sz="240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8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F0EFC-1167-8A60-7E81-664B884AC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Kabaddi connect: Displaying Event Registrations and info 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1ADC5-2245-061B-17F8-9E22C7059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Using Google Forms and a Responsive Website</a:t>
            </a:r>
          </a:p>
          <a:p>
            <a:r>
              <a:rPr lang="en-US"/>
              <a:t>Your Name / Team Name / College Name</a:t>
            </a:r>
          </a:p>
          <a:p>
            <a:r>
              <a:rPr lang="en-US"/>
              <a:t>[Add Kabaddi-related image or logo]</a:t>
            </a:r>
          </a:p>
        </p:txBody>
      </p:sp>
    </p:spTree>
    <p:extLst>
      <p:ext uri="{BB962C8B-B14F-4D97-AF65-F5344CB8AC3E}">
        <p14:creationId xmlns:p14="http://schemas.microsoft.com/office/powerpoint/2010/main" val="302082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92412-9B82-18D6-14FD-BBFB0C429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7895A-7588-525D-400C-D8FFAAC73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College Kabaddi players need easy access to event info and registration updates .</a:t>
            </a:r>
          </a:p>
          <a:p>
            <a:r>
              <a:rPr lang="en-US"/>
              <a:t>Manual updates are time-consuming and prone to errors .</a:t>
            </a:r>
          </a:p>
          <a:p>
            <a:r>
              <a:rPr lang="en-US"/>
              <a:t>Solution: Collect data via Google Forms and display it dynamically on the website 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311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AD0E-BBD4-C645-48FC-B0635112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35FA0-303A-F418-59E9-342E71017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- Collect player and event info through Google Forms .</a:t>
            </a:r>
          </a:p>
          <a:p>
            <a:pPr marL="0" indent="0">
              <a:buNone/>
            </a:pPr>
            <a:r>
              <a:rPr lang="en-US"/>
              <a:t>- Display registration data on the website in a clear and accessible way .</a:t>
            </a:r>
          </a:p>
          <a:p>
            <a:pPr marL="0" indent="0">
              <a:buNone/>
            </a:pPr>
            <a:r>
              <a:rPr lang="en-US"/>
              <a:t>- Ensure real-time updates for organizers and participants.</a:t>
            </a:r>
          </a:p>
        </p:txBody>
      </p:sp>
    </p:spTree>
    <p:extLst>
      <p:ext uri="{BB962C8B-B14F-4D97-AF65-F5344CB8AC3E}">
        <p14:creationId xmlns:p14="http://schemas.microsoft.com/office/powerpoint/2010/main" val="3109977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E2EA7-F004-FAF9-19D9-A9709006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77F3C-9D3F-1A11-D0CA-85E22E0C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Students miss important info about Kabaddi events .</a:t>
            </a:r>
          </a:p>
          <a:p>
            <a:r>
              <a:rPr lang="en-US"/>
              <a:t>Manual tracking of registrations is inefficient.</a:t>
            </a:r>
          </a:p>
          <a:p>
            <a:r>
              <a:rPr lang="en-US"/>
              <a:t>No centralized platform for viewing participant details.</a:t>
            </a:r>
          </a:p>
        </p:txBody>
      </p:sp>
    </p:spTree>
    <p:extLst>
      <p:ext uri="{BB962C8B-B14F-4D97-AF65-F5344CB8AC3E}">
        <p14:creationId xmlns:p14="http://schemas.microsoft.com/office/powerpoint/2010/main" val="422772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0285B-3840-33B4-5B6E-DC647BB1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247F8-943C-ADD7-26D8-9050FBBF1CA3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Create a Google Form for registration and info submission .</a:t>
            </a:r>
          </a:p>
          <a:p>
            <a:r>
              <a:rPr lang="en-US"/>
              <a:t>Link it to a Google Sheet .</a:t>
            </a:r>
          </a:p>
          <a:p>
            <a:r>
              <a:rPr lang="en-US"/>
              <a:t>Use website integration to display data dynamically.</a:t>
            </a:r>
          </a:p>
        </p:txBody>
      </p:sp>
    </p:spTree>
    <p:extLst>
      <p:ext uri="{BB962C8B-B14F-4D97-AF65-F5344CB8AC3E}">
        <p14:creationId xmlns:p14="http://schemas.microsoft.com/office/powerpoint/2010/main" val="544312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 t="-69000" b="-6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7B65-EC2A-0ED0-1C23-90AED3F6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How It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625E0-836C-C4EC-F0C1-B424AEE20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1. Students fill out the Google Form.</a:t>
            </a:r>
          </a:p>
          <a:p>
            <a:pPr marL="0" indent="0">
              <a:buNone/>
            </a:pPr>
            <a:r>
              <a:rPr lang="en-US"/>
              <a:t>2. Responses are saved in Google Sheets automatically.</a:t>
            </a:r>
          </a:p>
          <a:p>
            <a:pPr marL="0" indent="0">
              <a:buNone/>
            </a:pPr>
            <a:r>
              <a:rPr lang="en-US"/>
              <a:t>3. Website fetches the data from Google Sheets.</a:t>
            </a:r>
          </a:p>
          <a:p>
            <a:pPr marL="0" indent="0">
              <a:buNone/>
            </a:pPr>
            <a:r>
              <a:rPr lang="en-US"/>
              <a:t>4. Data displayed in a table or list on the site.</a:t>
            </a:r>
          </a:p>
        </p:txBody>
      </p:sp>
    </p:spTree>
    <p:extLst>
      <p:ext uri="{BB962C8B-B14F-4D97-AF65-F5344CB8AC3E}">
        <p14:creationId xmlns:p14="http://schemas.microsoft.com/office/powerpoint/2010/main" val="468034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 t="-69000" b="-6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DC51-228F-D473-148C-727C9A3A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113F0-B159-E554-2522-88FF19495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Google Forms &amp; Google Sheets - Data collection and storage</a:t>
            </a:r>
          </a:p>
          <a:p>
            <a:r>
              <a:rPr lang="en-US"/>
              <a:t>HTML, CSS, JavaScript - Frontend development</a:t>
            </a:r>
          </a:p>
          <a:p>
            <a:r>
              <a:rPr lang="en-US"/>
              <a:t>Google Visualization API / Embedded </a:t>
            </a:r>
            <a:r>
              <a:rPr lang="en-US" err="1"/>
              <a:t>SheetsDisplay</a:t>
            </a:r>
            <a:r>
              <a:rPr lang="en-US"/>
              <a:t> data on website</a:t>
            </a:r>
          </a:p>
          <a:p>
            <a:r>
              <a:rPr lang="en-US"/>
              <a:t>Responsive Design - Mobile &amp; desktop friendly</a:t>
            </a:r>
          </a:p>
        </p:txBody>
      </p:sp>
    </p:spTree>
    <p:extLst>
      <p:ext uri="{BB962C8B-B14F-4D97-AF65-F5344CB8AC3E}">
        <p14:creationId xmlns:p14="http://schemas.microsoft.com/office/powerpoint/2010/main" val="120974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8D78-3AD0-5D8F-AF44-37F55842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Features of the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EDFA7-A1A9-C1D3-D1FD-79AEAE62D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Home page with event highlights</a:t>
            </a:r>
          </a:p>
          <a:p>
            <a:r>
              <a:rPr lang="en-US"/>
              <a:t>Registration info displayed dynamically</a:t>
            </a:r>
          </a:p>
          <a:p>
            <a:r>
              <a:rPr lang="en-US"/>
              <a:t>Player and team info table</a:t>
            </a:r>
          </a:p>
          <a:p>
            <a:r>
              <a:rPr lang="en-US"/>
              <a:t>Easy navigation and responsive layout</a:t>
            </a:r>
          </a:p>
        </p:txBody>
      </p:sp>
    </p:spTree>
    <p:extLst>
      <p:ext uri="{BB962C8B-B14F-4D97-AF65-F5344CB8AC3E}">
        <p14:creationId xmlns:p14="http://schemas.microsoft.com/office/powerpoint/2010/main" val="765599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FABE-753C-8CDE-A469-0A81BD97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Webdite Screenshots/ </a:t>
            </a:r>
            <a:r>
              <a:rPr lang="en-IN" err="1"/>
              <a:t>Mockup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F5A5C-E4E9-0316-2ED0-759418F9D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[Add screenshots of your HTML pages or mockup designs]</a:t>
            </a:r>
          </a:p>
          <a:p>
            <a:r>
              <a:rPr lang="en-US"/>
              <a:t>Event Info Table</a:t>
            </a:r>
          </a:p>
          <a:p>
            <a:r>
              <a:rPr lang="en-US"/>
              <a:t>Registration Page</a:t>
            </a:r>
          </a:p>
          <a:p>
            <a:r>
              <a:rPr lang="en-US"/>
              <a:t>Home Page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539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7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D80B-DD46-1BD3-36AB-BDBFCD00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69D4B-B83E-7E79-22A8-F34983355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Easy access to registration and event info .</a:t>
            </a:r>
          </a:p>
          <a:p>
            <a:r>
              <a:rPr lang="en-US"/>
              <a:t>Real-time updates for organizers and players .</a:t>
            </a:r>
          </a:p>
          <a:p>
            <a:r>
              <a:rPr lang="en-US"/>
              <a:t>Reduces manual work and errors .</a:t>
            </a:r>
          </a:p>
          <a:p>
            <a:r>
              <a:rPr lang="en-US"/>
              <a:t>Encourages more participation in college Kabaddi.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44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7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2ECF0-D5C3-CA7B-A64D-F4C71302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610CC-7442-63D6-73AF-0F21B383D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Kabaddi Connect simplifies registration tracking and info sharing.</a:t>
            </a:r>
          </a:p>
          <a:p>
            <a:r>
              <a:rPr lang="en-IN"/>
              <a:t>Helps promote sports culture in colleges .</a:t>
            </a:r>
          </a:p>
          <a:p>
            <a:r>
              <a:rPr lang="en-IN"/>
              <a:t>Provides a centralized digital platform for all Kabaddi-related info.</a:t>
            </a:r>
          </a:p>
        </p:txBody>
      </p:sp>
    </p:spTree>
    <p:extLst>
      <p:ext uri="{BB962C8B-B14F-4D97-AF65-F5344CB8AC3E}">
        <p14:creationId xmlns:p14="http://schemas.microsoft.com/office/powerpoint/2010/main" val="3118923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7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0ED3C-7629-5BA6-8809-7C6F40C9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2909032"/>
            <a:ext cx="3247292" cy="938702"/>
          </a:xfrm>
        </p:spPr>
        <p:txBody>
          <a:bodyPr>
            <a:noAutofit/>
          </a:bodyPr>
          <a:lstStyle/>
          <a:p>
            <a:r>
              <a:rPr lang="en-IN" sz="6600">
                <a:latin typeface="Angsana New"/>
                <a:cs typeface="Angsana New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07524-454A-BE47-9C4A-1883E487CA2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838200" y="6176963"/>
            <a:ext cx="1535724" cy="5254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566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Kabaddi connect: Displaying Event Registrations and info online</vt:lpstr>
      <vt:lpstr>Introduction</vt:lpstr>
      <vt:lpstr>Objective</vt:lpstr>
      <vt:lpstr>Problem Statement</vt:lpstr>
      <vt:lpstr>Proposed Solution</vt:lpstr>
      <vt:lpstr>How It Work</vt:lpstr>
      <vt:lpstr>Technology Used</vt:lpstr>
      <vt:lpstr>Features of the Website</vt:lpstr>
      <vt:lpstr>Webdite Screenshots/ Mockup</vt:lpstr>
      <vt:lpstr>Benefits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Magar</dc:creator>
  <cp:lastModifiedBy>vishalmagar8767@gmail.com</cp:lastModifiedBy>
  <cp:revision>2</cp:revision>
  <dcterms:created xsi:type="dcterms:W3CDTF">2025-09-29T10:43:52Z</dcterms:created>
  <dcterms:modified xsi:type="dcterms:W3CDTF">2025-11-23T08:41:50Z</dcterms:modified>
</cp:coreProperties>
</file>